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96" r:id="rId5"/>
    <p:sldId id="297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51"/>
    <a:srgbClr val="2C567A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4" autoAdjust="0"/>
    <p:restoredTop sz="87887" autoAdjust="0"/>
  </p:normalViewPr>
  <p:slideViewPr>
    <p:cSldViewPr snapToGrid="0" showGuides="1">
      <p:cViewPr varScale="1">
        <p:scale>
          <a:sx n="100" d="100"/>
          <a:sy n="100" d="100"/>
        </p:scale>
        <p:origin x="88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5/2/2025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/>
          <a:lstStyle/>
          <a:p>
            <a:r>
              <a:rPr lang="ru-RU" sz="4800" dirty="0"/>
              <a:t>Проект на тему: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29950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dirty="0"/>
              <a:t>Телеграмм бот для подбора вакансий</a:t>
            </a:r>
            <a:endParaRPr lang="en-US" dirty="0"/>
          </a:p>
          <a:p>
            <a:endParaRPr lang="ru-RU" dirty="0"/>
          </a:p>
          <a:p>
            <a:pPr lvl="0"/>
            <a:r>
              <a:rPr lang="ru-RU" sz="2400" dirty="0">
                <a:solidFill>
                  <a:srgbClr val="B8C2FD">
                    <a:lumMod val="25000"/>
                  </a:srgbClr>
                </a:solidFill>
              </a:rPr>
              <a:t>Подготовил Федосеенко денис</a:t>
            </a:r>
            <a:endParaRPr lang="en-US" sz="2400" dirty="0">
              <a:solidFill>
                <a:srgbClr val="B8C2FD">
                  <a:lumMod val="25000"/>
                </a:srgbClr>
              </a:solidFill>
            </a:endParaRPr>
          </a:p>
          <a:p>
            <a:endParaRPr lang="en-US" dirty="0"/>
          </a:p>
          <a:p>
            <a:endParaRPr lang="ru-RU" sz="1800" dirty="0"/>
          </a:p>
          <a:p>
            <a:r>
              <a:rPr lang="ru-RU" sz="1800" dirty="0"/>
              <a:t>г. Людиново, 2025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504" y="0"/>
            <a:ext cx="7074408" cy="2578608"/>
          </a:xfrm>
          <a:noFill/>
        </p:spPr>
        <p:txBody>
          <a:bodyPr anchor="ctr">
            <a:noAutofit/>
          </a:bodyPr>
          <a:lstStyle/>
          <a:p>
            <a:r>
              <a:rPr lang="ru-RU" sz="3600" dirty="0"/>
              <a:t>Описание проделанной работы: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882" y="2238375"/>
            <a:ext cx="4322943" cy="3200400"/>
          </a:xfrm>
          <a:noFill/>
        </p:spPr>
        <p:txBody>
          <a:bodyPr>
            <a:noAutofit/>
          </a:bodyPr>
          <a:lstStyle/>
          <a:p>
            <a:r>
              <a:rPr lang="ru-RU" dirty="0">
                <a:solidFill>
                  <a:srgbClr val="7030A0"/>
                </a:solidFill>
              </a:rPr>
              <a:t>Я создал телеграмм бота который спрашивает у пользователя его пол и возраст, затем исходя из этих данных выводит подходящие вакансии, пользователь выбирает одну из них и бот поздравляет его с выбором, а также выводит краткое описание и среднюю зарплату этой профессии.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C140EA7-BA58-4C1C-8BFE-0413D3A77D3C}"/>
              </a:ext>
            </a:extLst>
          </p:cNvPr>
          <p:cNvSpPr txBox="1">
            <a:spLocks/>
          </p:cNvSpPr>
          <p:nvPr/>
        </p:nvSpPr>
        <p:spPr>
          <a:xfrm>
            <a:off x="6574536" y="2395330"/>
            <a:ext cx="4709160" cy="3548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genial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47A796-C3A3-4958-A35F-6B0FC305D783}"/>
              </a:ext>
            </a:extLst>
          </p:cNvPr>
          <p:cNvSpPr txBox="1">
            <a:spLocks/>
          </p:cNvSpPr>
          <p:nvPr/>
        </p:nvSpPr>
        <p:spPr>
          <a:xfrm>
            <a:off x="6624447" y="2390360"/>
            <a:ext cx="4709160" cy="3548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D1D51"/>
                </a:solidFill>
                <a:effectLst/>
                <a:uLnTx/>
                <a:uFillTx/>
                <a:ea typeface="+mn-ea"/>
                <a:cs typeface="+mn-cs"/>
              </a:rPr>
              <a:t>Пункты создания бота: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AutoNum type="arabicPeriod"/>
              <a:tabLst/>
              <a:defRPr/>
            </a:pPr>
            <a:r>
              <a:rPr lang="ru-RU" sz="2000" dirty="0">
                <a:solidFill>
                  <a:srgbClr val="0D1D51"/>
                </a:solidFill>
              </a:rPr>
              <a:t>Сбор информации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D1D51"/>
                </a:solidFill>
                <a:effectLst/>
                <a:uLnTx/>
                <a:uFillTx/>
                <a:ea typeface="+mn-ea"/>
                <a:cs typeface="+mn-cs"/>
              </a:rPr>
              <a:t>Создании основы для бота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AutoNum type="arabicPeriod"/>
              <a:tabLst/>
              <a:defRPr/>
            </a:pPr>
            <a:r>
              <a:rPr lang="ru-RU" sz="2000" dirty="0">
                <a:solidFill>
                  <a:srgbClr val="0D1D51"/>
                </a:solidFill>
              </a:rPr>
              <a:t>Доработка кода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D1D51"/>
                </a:solidFill>
                <a:effectLst/>
                <a:uLnTx/>
                <a:uFillTx/>
                <a:ea typeface="+mn-ea"/>
                <a:cs typeface="+mn-cs"/>
              </a:rPr>
              <a:t>Тестирование и исправление ошибок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D1D5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ru-RU" sz="4800" dirty="0"/>
              <a:t>Заключение и выводы: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ru-RU" sz="2400" dirty="0"/>
              <a:t>Telegram-бот - полезный инструментом для любого пользователя так как предлагает простую и интуитивно понятную платформу для поиска работы. В дальнейшем проект может быть расширен за счет добавления дополнительных функций, таких как загрузка резюме.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ru-RU" sz="5400" dirty="0"/>
              <a:t>Спасибо за внимание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22600</TotalTime>
  <Words>127</Words>
  <Application>Microsoft Office PowerPoint</Application>
  <PresentationFormat>Широкоэкранный</PresentationFormat>
  <Paragraphs>19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Congenial</vt:lpstr>
      <vt:lpstr>Custom</vt:lpstr>
      <vt:lpstr>Проект на тему: </vt:lpstr>
      <vt:lpstr>Описание проделанной работы:</vt:lpstr>
      <vt:lpstr>Заключение и выводы: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Светлана Федосеенко</cp:lastModifiedBy>
  <cp:revision>4</cp:revision>
  <dcterms:created xsi:type="dcterms:W3CDTF">2023-08-29T05:38:01Z</dcterms:created>
  <dcterms:modified xsi:type="dcterms:W3CDTF">2025-05-02T16:10:41Z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